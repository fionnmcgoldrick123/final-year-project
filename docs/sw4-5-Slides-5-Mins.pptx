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33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17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41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42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5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40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78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64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5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57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39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86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691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899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66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727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61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3F47AE-4804-4655-8D11-C2BEE1A314EC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05CFD23-513C-4679-9AE5-13AA2DB757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65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5805" y="199725"/>
            <a:ext cx="9144000" cy="238760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AI-Powered Programming Quiz Application.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04966" y="2854780"/>
            <a:ext cx="5614347" cy="1027105"/>
          </a:xfrm>
        </p:spPr>
        <p:txBody>
          <a:bodyPr>
            <a:normAutofit/>
          </a:bodyPr>
          <a:lstStyle/>
          <a:p>
            <a:r>
              <a:rPr lang="en-GB" dirty="0"/>
              <a:t>Fionn McGoldrick</a:t>
            </a:r>
          </a:p>
          <a:p>
            <a:r>
              <a:rPr lang="en-GB" dirty="0"/>
              <a:t>G00422349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96CDAB-FD12-7649-86AF-DCC735846935}"/>
              </a:ext>
            </a:extLst>
          </p:cNvPr>
          <p:cNvSpPr txBox="1">
            <a:spLocks/>
          </p:cNvSpPr>
          <p:nvPr/>
        </p:nvSpPr>
        <p:spPr>
          <a:xfrm>
            <a:off x="5081183" y="4750590"/>
            <a:ext cx="5614347" cy="1027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Supervisor:</a:t>
            </a:r>
          </a:p>
          <a:p>
            <a:r>
              <a:rPr lang="en-GB" dirty="0"/>
              <a:t>Douglas Mota Dias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810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7175" y="250814"/>
            <a:ext cx="8574622" cy="788974"/>
          </a:xfrm>
        </p:spPr>
        <p:txBody>
          <a:bodyPr>
            <a:noAutofit/>
          </a:bodyPr>
          <a:lstStyle/>
          <a:p>
            <a:r>
              <a:rPr lang="en-GB" sz="6600" dirty="0">
                <a:solidFill>
                  <a:srgbClr val="C00000"/>
                </a:solidFill>
              </a:rPr>
              <a:t>Context &amp; 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6002" y="1334428"/>
            <a:ext cx="8278477" cy="3268052"/>
          </a:xfrm>
        </p:spPr>
        <p:txBody>
          <a:bodyPr>
            <a:normAutofit fontScale="92500"/>
          </a:bodyPr>
          <a:lstStyle/>
          <a:p>
            <a:pPr algn="l"/>
            <a:r>
              <a:rPr lang="en-GB" sz="1800" b="1" dirty="0"/>
              <a:t>Context: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Many beginners struggle with long programming tutorials and lectures.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Platforms like </a:t>
            </a:r>
            <a:r>
              <a:rPr lang="en-GB" sz="1800" dirty="0" err="1"/>
              <a:t>LeetCode</a:t>
            </a:r>
            <a:r>
              <a:rPr lang="en-GB" sz="1800" dirty="0"/>
              <a:t> focus on advanced problems and can be difficult for beginners.</a:t>
            </a:r>
          </a:p>
          <a:p>
            <a:pPr algn="l"/>
            <a:endParaRPr lang="en-GB" sz="1800" dirty="0"/>
          </a:p>
          <a:p>
            <a:pPr algn="l"/>
            <a:r>
              <a:rPr lang="en-GB" sz="1800" b="1" dirty="0"/>
              <a:t>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Create short beginner friendly programming challenges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Use AI to adapt difficulty and give instant feedback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Measure success through user progress and completed challenges</a:t>
            </a:r>
          </a:p>
          <a:p>
            <a:pPr algn="l"/>
            <a:endParaRPr lang="en-GB" sz="1800" dirty="0"/>
          </a:p>
          <a:p>
            <a:pPr algn="l"/>
            <a:endParaRPr lang="en-GB" sz="1800" dirty="0"/>
          </a:p>
          <a:p>
            <a:pPr algn="l"/>
            <a:endParaRPr lang="en-GB" sz="1800" dirty="0"/>
          </a:p>
          <a:p>
            <a:pPr algn="l"/>
            <a:endParaRPr lang="en-GB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BB738-B173-94F5-BCCF-9032BF57749B}"/>
              </a:ext>
            </a:extLst>
          </p:cNvPr>
          <p:cNvSpPr txBox="1"/>
          <p:nvPr/>
        </p:nvSpPr>
        <p:spPr>
          <a:xfrm>
            <a:off x="5930102" y="528825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C00000"/>
                </a:solidFill>
              </a:rPr>
              <a:t>Why this is interesting</a:t>
            </a:r>
            <a:endParaRPr lang="en-GB" sz="2400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 have experienced these difficulties myself and seen them affect other students.</a:t>
            </a:r>
          </a:p>
        </p:txBody>
      </p:sp>
    </p:spTree>
    <p:extLst>
      <p:ext uri="{BB962C8B-B14F-4D97-AF65-F5344CB8AC3E}">
        <p14:creationId xmlns:p14="http://schemas.microsoft.com/office/powerpoint/2010/main" val="343101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122" y="924560"/>
            <a:ext cx="9144000" cy="91504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Technologies &amp; System Architecture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3E0713-D06B-9C8D-532B-5C1DA1FE6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22" y="0"/>
            <a:ext cx="5038802" cy="6986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68565-18CD-1AEA-26EF-9BA1D0202522}"/>
              </a:ext>
            </a:extLst>
          </p:cNvPr>
          <p:cNvSpPr txBox="1"/>
          <p:nvPr/>
        </p:nvSpPr>
        <p:spPr>
          <a:xfrm>
            <a:off x="5090160" y="2021840"/>
            <a:ext cx="70307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Frontend uses React with TypeScript to build an interactive and reliable user interface. Vite for faster development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Backend uses Python with </a:t>
            </a:r>
            <a:r>
              <a:rPr lang="en-GB" dirty="0" err="1"/>
              <a:t>FastAPI</a:t>
            </a:r>
            <a:r>
              <a:rPr lang="en-GB" dirty="0"/>
              <a:t> because it is fast and easy to connect with AI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PostgreSQL is used to store user data and learning progress safely. I had not used it. Supports clear relationships between data such as users lessons and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Python is used for AI logic because it has strong support for machine learning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Docker is used to make deployment simple and consistent across systems.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9518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D6B11F9-7CF4-4EA5-927D-BD9AB9BAA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583BE8A-798A-49D7-83DC-A87057097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DE657C4-420A-45F7-B1EF-FDF95A5D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EE460FA-528A-4C78-B916-355E0AE7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38A1243A-751B-4A0E-B1E7-3437113B2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1550A02-C965-4A16-A9A9-E686940F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A579E77-1FA8-4170-94D2-499DB104C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80" y="685800"/>
            <a:ext cx="5260680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/>
              <a:t>Development &amp; Deployment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080" y="2993230"/>
            <a:ext cx="5260680" cy="3124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/>
              <a:t>Current Implemented Features:</a:t>
            </a:r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700" b="1" dirty="0"/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Registering users to </a:t>
            </a:r>
            <a:r>
              <a:rPr lang="en-US" sz="1700" dirty="0" err="1"/>
              <a:t>PostGreSQL</a:t>
            </a:r>
            <a:r>
              <a:rPr lang="en-US" sz="1700" dirty="0"/>
              <a:t> (Set up with </a:t>
            </a:r>
            <a:r>
              <a:rPr lang="en-US" sz="1700" dirty="0" err="1"/>
              <a:t>TablePlus</a:t>
            </a:r>
            <a:r>
              <a:rPr lang="en-US" sz="1700" dirty="0"/>
              <a:t>).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Logging in validation.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AI responses from </a:t>
            </a:r>
            <a:r>
              <a:rPr lang="en-US" sz="1700" dirty="0" err="1"/>
              <a:t>Ollama</a:t>
            </a:r>
            <a:r>
              <a:rPr lang="en-US" sz="1700" dirty="0"/>
              <a:t> local models and OpenAI API.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r>
              <a:rPr lang="en-US" sz="1700" dirty="0"/>
              <a:t>Quiz Generation and correct / incorrect functionality.</a:t>
            </a:r>
          </a:p>
          <a:p>
            <a:pPr marL="342900" indent="-342900" algn="l">
              <a:lnSpc>
                <a:spcPct val="90000"/>
              </a:lnSpc>
              <a:buFont typeface="Arial"/>
              <a:buChar char="•"/>
            </a:pPr>
            <a:endParaRPr lang="en-US" sz="1700" dirty="0"/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700" dirty="0"/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700" dirty="0"/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6F7C5F-0B43-4199-5FED-3B1BBAD6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19714"/>
            <a:ext cx="9593014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5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036FF9-87DD-4353-B2F0-489C22FD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76457" y="183620"/>
            <a:ext cx="3461281" cy="1218142"/>
          </a:xfrm>
        </p:spPr>
        <p:txBody>
          <a:bodyPr>
            <a:normAutofit/>
          </a:bodyPr>
          <a:lstStyle/>
          <a:p>
            <a:r>
              <a:rPr lang="en-GB" sz="4800" dirty="0"/>
              <a:t>Work Plan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4E07E5-1F56-421C-8C94-997C1C468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DFE285C-9557-40E8-A605-6B1D892AB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31B8C5C-DAD6-40EA-A047-258B2864F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B3B8CF04-FBFF-4E4B-AFF7-F08823A53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4FA41BA-3E89-4178-9DC5-7964323B1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AE921036-12D7-4BCA-87D0-9B7E8B347D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90552932-5D46-4AEB-BFEF-98EDCAAF4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1879D665-78DD-41CB-B632-09A8CCAA9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685443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project chart&#10;&#10;AI-generated content may be incorrect.">
            <a:extLst>
              <a:ext uri="{FF2B5EF4-FFF2-40B4-BE49-F238E27FC236}">
                <a16:creationId xmlns:a16="http://schemas.microsoft.com/office/drawing/2014/main" id="{3B0213EE-81E8-0E93-1361-33D6F6004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26" y="835349"/>
            <a:ext cx="6253981" cy="464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00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229</TotalTime>
  <Words>224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AI-Powered Programming Quiz Application.</vt:lpstr>
      <vt:lpstr>Context &amp; Objectives</vt:lpstr>
      <vt:lpstr>Technologies &amp; System Architecture</vt:lpstr>
      <vt:lpstr>Development &amp; Deployment </vt:lpstr>
      <vt:lpstr>Work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Project - Sample PPT</dc:title>
  <dc:subject/>
  <dc:creator>John Healy</dc:creator>
  <cp:keywords/>
  <dc:description/>
  <cp:lastModifiedBy>FIONN MC GOLDRICK - STUDENT</cp:lastModifiedBy>
  <cp:revision>26</cp:revision>
  <dcterms:created xsi:type="dcterms:W3CDTF">2016-11-25T13:17:28Z</dcterms:created>
  <dcterms:modified xsi:type="dcterms:W3CDTF">2026-01-14T22:05:16Z</dcterms:modified>
  <cp:category/>
</cp:coreProperties>
</file>